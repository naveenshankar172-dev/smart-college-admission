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7324D"/>
                </a:solidFill>
              </a:defRPr>
            </a:pPr>
            <a:r>
              <a:t>SMART COLLEGE ADMISSION &amp; DOCUMENT VERIFICATION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An integrated admission, document verification, scholarship screening and RPA automation platform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[Team / student details]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Manual document handling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Fragmented status tracking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Repeated verification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Manual scholarship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Secure identity path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Centralized admission workflow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OCR-assisted consistency checks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Configurable scholarship screening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Admin review and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Existing vs Proposed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Conventional: forms, files, spreadsheets, repeated communication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Proposed: connected student, API, database, processing and review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React + TypeScript -&gt; Firebase identity -&gt; FastAPI -&gt; SQLite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UiPath orchestrates pending documents; FastAPI performs OCR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React, TypeScript, Vite, Tailwind CSS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Python, FastAPI, SQLAlchemy, Pydantic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SQLite, Firebase, UiPath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Tesseract, pytesseract, PyMuPDF, pypdf, Pillow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Authentication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Google popup sign-in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Firebase ID token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FastAPI Admin verification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First-time onboarding / returning session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Development mode is separately documented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Admission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Student profile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Application creation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Admin review and status changes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Remarks and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Document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PDF/JPG/JPEG/PNG upload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Metadata and local storage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Pending processing state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Download/delete and duplicate-type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OCR + Document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Text PDF -&gt; pypdf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Scanned PDF/image -&gt; PyMuPDF + Tesseract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Extracted fields -&gt; student comparison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Verified / manual review / failed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Consistency, not authenticity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UiPath RPA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GET pending documents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Extract document IDs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POST process request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GET verification result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Structured logging and errors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OCR delegated to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Scholarship Eligibility &amp;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Minimum percentage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Course matching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Required documents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Income information flag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Potentially Eligible / Requires Verification / Not Eligible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Admin Dashboard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Live counts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Application review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Document verification queue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Scholarship CRUD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Scholarship application review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Read-only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Notifications &amp; Status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Admission events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Document upload and processing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Scholarship events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Mark one read / all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Database /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Students -&gt; applications, documents, scholarship applications, notifications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Scholarships -&gt; scholarship applications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SQLite is the prototype persistence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Verified: Vite HTTP 200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Verified: API health HTTP 200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Not tested: production Firebase, Tesseract fixtures, UiPath execution, automated route suite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No fabricated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Current: development auth default, local SQLite/uploads, OCR sensitivity, manual review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Future: production hardening, PostgreSQL, cloud storage, audit logging, stronger authenticity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55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24D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4028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A functional academic prototype integrating authentication, admission, documents, OCR, consistency verification, RPA orchestration, scholarships, administration and notifications</a:t>
            </a:r>
          </a:p>
          <a:p>
            <a:pPr>
              <a:spcAft>
                <a:spcPts val="1600"/>
              </a:spcAft>
              <a:defRPr sz="2200">
                <a:solidFill>
                  <a:srgbClr val="2D3A42"/>
                </a:solidFill>
              </a:defRPr>
            </a:pPr>
            <a:r>
              <a:t>[Thank you / questions]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